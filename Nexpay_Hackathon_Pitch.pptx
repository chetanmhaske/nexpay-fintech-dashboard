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Nexpay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914400" y="29260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unified fintech dashboard for fiat and crypto,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 production-grade security.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 management today is fragmented across separate apps for fiat and crypto, with weak authentication and no real access control.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2743200"/>
            <a:ext cx="2560320" cy="1371600"/>
          </a:xfrm>
          <a:prstGeom prst="rect">
            <a:avLst/>
          </a:prstGeom>
          <a:solidFill>
            <a:srgbClr val="111113"/>
          </a:solidFill>
          <a:ln w="12700">
            <a:solidFill>
              <a:srgbClr val="22222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74320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91840" y="2743200"/>
            <a:ext cx="2560320" cy="1371600"/>
          </a:xfrm>
          <a:prstGeom prst="rect">
            <a:avLst/>
          </a:prstGeom>
          <a:solidFill>
            <a:srgbClr val="111113"/>
          </a:solidFill>
          <a:ln w="12700">
            <a:solidFill>
              <a:srgbClr val="22222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0" y="274320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126480" y="2743200"/>
            <a:ext cx="2560320" cy="1371600"/>
          </a:xfrm>
          <a:prstGeom prst="rect">
            <a:avLst/>
          </a:prstGeom>
          <a:solidFill>
            <a:srgbClr val="111113"/>
          </a:solidFill>
          <a:ln w="12700">
            <a:solidFill>
              <a:srgbClr val="22222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0" y="274320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Access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Nexpay unifies fiat and crypto wallets behind a secure, role-based platform.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2560320"/>
            <a:ext cx="3840480" cy="1097280"/>
          </a:xfrm>
          <a:prstGeom prst="rect">
            <a:avLst/>
          </a:prstGeom>
          <a:solidFill>
            <a:srgbClr val="111113"/>
          </a:solidFill>
          <a:ln w="12700">
            <a:solidFill>
              <a:srgbClr val="22222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56032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Wallets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754880" y="2560320"/>
            <a:ext cx="3840480" cy="1097280"/>
          </a:xfrm>
          <a:prstGeom prst="rect">
            <a:avLst/>
          </a:prstGeom>
          <a:solidFill>
            <a:srgbClr val="111113"/>
          </a:solidFill>
          <a:ln w="12700">
            <a:solidFill>
              <a:srgbClr val="22222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256032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Auth (OAuth+JWT)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3931920"/>
            <a:ext cx="3840480" cy="1097280"/>
          </a:xfrm>
          <a:prstGeom prst="rect">
            <a:avLst/>
          </a:prstGeom>
          <a:solidFill>
            <a:srgbClr val="111113"/>
          </a:solidFill>
          <a:ln w="12700">
            <a:solidFill>
              <a:srgbClr val="22222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93192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 Control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754880" y="3931920"/>
            <a:ext cx="3840480" cy="1097280"/>
          </a:xfrm>
          <a:prstGeom prst="rect">
            <a:avLst/>
          </a:prstGeom>
          <a:solidFill>
            <a:srgbClr val="111113"/>
          </a:solidFill>
          <a:ln w="12700">
            <a:solidFill>
              <a:srgbClr val="22222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393192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Audit Trail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Dashboard</a:t>
            </a:r>
            <a:endParaRPr lang="en-US" sz="3200" dirty="0"/>
          </a:p>
        </p:txBody>
      </p:sp>
      <p:pic>
        <p:nvPicPr>
          <p:cNvPr id="3" name="Image 0" descr="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97280"/>
            <a:ext cx="82296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Access Control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roles, three distinct experiences — User, Admin, Auditor</a:t>
            </a:r>
            <a:endParaRPr lang="en-US" sz="1800" dirty="0"/>
          </a:p>
        </p:txBody>
      </p:sp>
      <p:pic>
        <p:nvPicPr>
          <p:cNvPr id="4" name="Image 0" descr="adm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71600"/>
            <a:ext cx="3931920" cy="3200400"/>
          </a:xfrm>
          <a:prstGeom prst="rect">
            <a:avLst/>
          </a:prstGeom>
        </p:spPr>
      </p:pic>
      <p:pic>
        <p:nvPicPr>
          <p:cNvPr id="5" name="Image 1" descr="auditor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54880" y="1371600"/>
            <a:ext cx="393192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Production-Grade Security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2286000"/>
            <a:ext cx="1828800" cy="914400"/>
          </a:xfrm>
          <a:prstGeom prst="rect">
            <a:avLst/>
          </a:prstGeom>
          <a:solidFill>
            <a:srgbClr val="111113"/>
          </a:solidFill>
          <a:ln w="12700">
            <a:solidFill>
              <a:srgbClr val="22222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22860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/ GitHub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2.0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926080" y="2560320"/>
            <a:ext cx="548640" cy="365760"/>
          </a:xfrm>
          <a:prstGeom prst="rightArrow">
            <a:avLst/>
          </a:prstGeom>
          <a:solidFill>
            <a:srgbClr val="10B981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0" y="2286000"/>
            <a:ext cx="1828800" cy="914400"/>
          </a:xfrm>
          <a:prstGeom prst="rect">
            <a:avLst/>
          </a:prstGeom>
          <a:solidFill>
            <a:srgbClr val="111113"/>
          </a:solidFill>
          <a:ln w="12700">
            <a:solidFill>
              <a:srgbClr val="22222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0" y="22860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Access +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Refresh Tokens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0" y="2560320"/>
            <a:ext cx="548640" cy="365760"/>
          </a:xfrm>
          <a:prstGeom prst="rightArrow">
            <a:avLst/>
          </a:prstGeom>
          <a:solidFill>
            <a:srgbClr val="10B981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0" y="2286000"/>
            <a:ext cx="1828800" cy="914400"/>
          </a:xfrm>
          <a:prstGeom prst="rect">
            <a:avLst/>
          </a:prstGeom>
          <a:solidFill>
            <a:srgbClr val="111113"/>
          </a:solidFill>
          <a:ln w="12700">
            <a:solidFill>
              <a:srgbClr val="22222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22860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Bcrypt Hashing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Limiting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found and fixed a real double-spend bug.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Concurrent transfer requests could double-spend. Fixed with MongoDB atomic transactions + idempotency keys.</a:t>
            </a:r>
            <a:endParaRPr lang="en-US" sz="1600" dirty="0"/>
          </a:p>
        </p:txBody>
      </p:sp>
      <p:pic>
        <p:nvPicPr>
          <p:cNvPr id="4" name="Image 0" descr="race-condi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63040"/>
            <a:ext cx="822960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Analysis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8229600" cy="2743200"/>
        </p:xfrm>
        <a:graphic>
          <a:graphicData uri="http://schemas.openxmlformats.org/drawingml/2006/table">
            <a:tbl>
              <a:tblPr/>
              <a:tblGrid>
                <a:gridCol w="2286000"/>
                <a:gridCol w="2971800"/>
                <a:gridCol w="29718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2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Real-World Apps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2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Nexpay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2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Asset Types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2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Separate Fiat/Crypto Apps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2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Unified Dashboard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2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Access Control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2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 Role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2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Strict RBAC (Admin, Auditor)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2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Authentication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2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Password Only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2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JWT + OAuth 2.0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2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Transaction Safety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2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Race Conditions Ignored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2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Atomic Transactions + Idempotency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2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371600" y="1828800"/>
            <a:ext cx="6400800" cy="1828800"/>
          </a:xfrm>
          <a:prstGeom prst="rect">
            <a:avLst/>
          </a:prstGeom>
          <a:solidFill>
            <a:srgbClr val="111113"/>
          </a:solidFill>
          <a:ln w="12700">
            <a:solidFill>
              <a:srgbClr val="22222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1828800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Frontend: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React, TailwindCSS, Vite, Vercel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Backend: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Node.js, Express, MongoDB, Mongoose, Render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Security: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JWT, Passport.js, OAuth 2.0, Bcrypt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 live.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https://nexpay-fintech-dashboard.vercel.app</a:t>
            </a:r>
            <a:endParaRPr lang="en-US" sz="2400" dirty="0"/>
          </a:p>
        </p:txBody>
      </p:sp>
      <p:pic>
        <p:nvPicPr>
          <p:cNvPr id="4" name="Image 0" descr="qrcod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0" y="237744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Next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Two-Factor Authentication (2FA)</a:t>
            </a:r>
            <a:endParaRPr lang="en-US" sz="2400" dirty="0"/>
          </a:p>
          <a:p>
            <a:pPr indent="0" marL="0">
              <a:buNone/>
            </a:pP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Live Crypto Pricing Feeds (WebSockets)</a:t>
            </a:r>
            <a:endParaRPr lang="en-US" sz="2400" dirty="0"/>
          </a:p>
          <a:p>
            <a:pPr indent="0" marL="0">
              <a:buNone/>
            </a:pP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Automated CI/CD Test Suite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Nexpay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https://github.com/ChetanMhaske/nexpay-fintech-dashboard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https://nexpay-fintech-dashboard.vercel.app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2026-08-07T20:47:42Z</dcterms:created>
  <dcterms:modified xsi:type="dcterms:W3CDTF">2026-08-07T20:47:42Z</dcterms:modified>
</cp:coreProperties>
</file>